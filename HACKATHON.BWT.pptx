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3D134-A874-41E1-9B40-5091CA631A13}" v="54" dt="2026-10-10T05:51:07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26" autoAdjust="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 Borugula" userId="2619a78fdaec7009" providerId="LiveId" clId="{67E53390-BAC5-4108-A5C7-3A8229FA29ED}"/>
    <pc:docChg chg="modSld">
      <pc:chgData name="Akshitha Reddy Borugula" userId="2619a78fdaec7009" providerId="LiveId" clId="{67E53390-BAC5-4108-A5C7-3A8229FA29ED}" dt="2026-10-10T06:08:16.519" v="54"/>
      <pc:docMkLst>
        <pc:docMk/>
      </pc:docMkLst>
      <pc:sldChg chg="modSp">
        <pc:chgData name="Akshitha Reddy Borugula" userId="2619a78fdaec7009" providerId="LiveId" clId="{67E53390-BAC5-4108-A5C7-3A8229FA29ED}" dt="2026-10-10T04:54:29.586" v="2"/>
        <pc:sldMkLst>
          <pc:docMk/>
          <pc:sldMk cId="2471807738" sldId="256"/>
        </pc:sldMkLst>
        <pc:spChg chg="mod">
          <ac:chgData name="Akshitha Reddy Borugula" userId="2619a78fdaec7009" providerId="LiveId" clId="{67E53390-BAC5-4108-A5C7-3A8229FA29ED}" dt="2026-10-10T04:54:29.586" v="2"/>
          <ac:spMkLst>
            <pc:docMk/>
            <pc:sldMk cId="2471807738" sldId="256"/>
            <ac:spMk id="5" creationId="{DF53DBD0-1E93-AE64-D76F-39350004A5D3}"/>
          </ac:spMkLst>
        </pc:spChg>
      </pc:sldChg>
      <pc:sldChg chg="addSp modSp">
        <pc:chgData name="Akshitha Reddy Borugula" userId="2619a78fdaec7009" providerId="LiveId" clId="{67E53390-BAC5-4108-A5C7-3A8229FA29ED}" dt="2026-10-10T06:07:39.391" v="53"/>
        <pc:sldMkLst>
          <pc:docMk/>
          <pc:sldMk cId="3457616166" sldId="271"/>
        </pc:sldMkLst>
        <pc:spChg chg="mod">
          <ac:chgData name="Akshitha Reddy Borugula" userId="2619a78fdaec7009" providerId="LiveId" clId="{67E53390-BAC5-4108-A5C7-3A8229FA29ED}" dt="2026-10-10T05:51:07.661" v="52"/>
          <ac:spMkLst>
            <pc:docMk/>
            <pc:sldMk cId="3457616166" sldId="271"/>
            <ac:spMk id="3" creationId="{39F80348-43F9-5C22-AB30-AEE8D4F4C3FD}"/>
          </ac:spMkLst>
        </pc:spChg>
        <pc:picChg chg="add">
          <ac:chgData name="Akshitha Reddy Borugula" userId="2619a78fdaec7009" providerId="LiveId" clId="{67E53390-BAC5-4108-A5C7-3A8229FA29ED}" dt="2026-10-10T06:07:39.391" v="53"/>
          <ac:picMkLst>
            <pc:docMk/>
            <pc:sldMk cId="3457616166" sldId="271"/>
            <ac:picMk id="4" creationId="{415D3541-DA55-B701-1F66-539A8C557046}"/>
          </ac:picMkLst>
        </pc:picChg>
      </pc:sldChg>
      <pc:sldChg chg="modSp">
        <pc:chgData name="Akshitha Reddy Borugula" userId="2619a78fdaec7009" providerId="LiveId" clId="{67E53390-BAC5-4108-A5C7-3A8229FA29ED}" dt="2026-10-10T05:50:49.074" v="51"/>
        <pc:sldMkLst>
          <pc:docMk/>
          <pc:sldMk cId="727668169" sldId="275"/>
        </pc:sldMkLst>
        <pc:spChg chg="mod">
          <ac:chgData name="Akshitha Reddy Borugula" userId="2619a78fdaec7009" providerId="LiveId" clId="{67E53390-BAC5-4108-A5C7-3A8229FA29ED}" dt="2026-10-10T05:50:49.074" v="51"/>
          <ac:spMkLst>
            <pc:docMk/>
            <pc:sldMk cId="727668169" sldId="275"/>
            <ac:spMk id="10" creationId="{61C9B062-004C-4724-E36B-4ABF288512C9}"/>
          </ac:spMkLst>
        </pc:spChg>
      </pc:sldChg>
      <pc:sldChg chg="addSp modSp">
        <pc:chgData name="Akshitha Reddy Borugula" userId="2619a78fdaec7009" providerId="LiveId" clId="{67E53390-BAC5-4108-A5C7-3A8229FA29ED}" dt="2026-10-10T06:08:16.519" v="54"/>
        <pc:sldMkLst>
          <pc:docMk/>
          <pc:sldMk cId="1107001750" sldId="279"/>
        </pc:sldMkLst>
        <pc:spChg chg="mod">
          <ac:chgData name="Akshitha Reddy Borugula" userId="2619a78fdaec7009" providerId="LiveId" clId="{67E53390-BAC5-4108-A5C7-3A8229FA29ED}" dt="2026-10-10T05:16:36.560" v="28"/>
          <ac:spMkLst>
            <pc:docMk/>
            <pc:sldMk cId="1107001750" sldId="279"/>
            <ac:spMk id="2" creationId="{9B21A918-CA87-30BE-43F9-CD3F4B9EC678}"/>
          </ac:spMkLst>
        </pc:spChg>
        <pc:picChg chg="add">
          <ac:chgData name="Akshitha Reddy Borugula" userId="2619a78fdaec7009" providerId="LiveId" clId="{67E53390-BAC5-4108-A5C7-3A8229FA29ED}" dt="2026-10-10T06:08:16.519" v="54"/>
          <ac:picMkLst>
            <pc:docMk/>
            <pc:sldMk cId="1107001750" sldId="279"/>
            <ac:picMk id="6" creationId="{2FC8F8A8-98D3-477A-FD6D-96BABB0F966F}"/>
          </ac:picMkLst>
        </pc:picChg>
      </pc:sldChg>
      <pc:sldChg chg="addSp modSp">
        <pc:chgData name="Akshitha Reddy Borugula" userId="2619a78fdaec7009" providerId="LiveId" clId="{67E53390-BAC5-4108-A5C7-3A8229FA29ED}" dt="2026-10-10T05:41:29.202" v="48"/>
        <pc:sldMkLst>
          <pc:docMk/>
          <pc:sldMk cId="2596833607" sldId="280"/>
        </pc:sldMkLst>
        <pc:spChg chg="mod">
          <ac:chgData name="Akshitha Reddy Borugula" userId="2619a78fdaec7009" providerId="LiveId" clId="{67E53390-BAC5-4108-A5C7-3A8229FA29ED}" dt="2026-10-10T05:41:29.202" v="48"/>
          <ac:spMkLst>
            <pc:docMk/>
            <pc:sldMk cId="2596833607" sldId="280"/>
            <ac:spMk id="37" creationId="{A4EDC3C6-225F-ED34-2B1C-DFA981BB76FD}"/>
          </ac:spMkLst>
        </pc:spChg>
        <pc:graphicFrameChg chg="add mod">
          <ac:chgData name="Akshitha Reddy Borugula" userId="2619a78fdaec7009" providerId="LiveId" clId="{67E53390-BAC5-4108-A5C7-3A8229FA29ED}" dt="2026-10-10T05:40:41.404" v="47"/>
          <ac:graphicFrameMkLst>
            <pc:docMk/>
            <pc:sldMk cId="2596833607" sldId="280"/>
            <ac:graphicFrameMk id="2" creationId="{C9B0D5A1-1FB6-5F24-2F29-0B5C6C8A4198}"/>
          </ac:graphicFrameMkLst>
        </pc:graphicFrameChg>
      </pc:sldChg>
      <pc:sldChg chg="modSp">
        <pc:chgData name="Akshitha Reddy Borugula" userId="2619a78fdaec7009" providerId="LiveId" clId="{67E53390-BAC5-4108-A5C7-3A8229FA29ED}" dt="2026-10-10T05:34:04.330" v="46"/>
        <pc:sldMkLst>
          <pc:docMk/>
          <pc:sldMk cId="958036878" sldId="281"/>
        </pc:sldMkLst>
        <pc:spChg chg="mod">
          <ac:chgData name="Akshitha Reddy Borugula" userId="2619a78fdaec7009" providerId="LiveId" clId="{67E53390-BAC5-4108-A5C7-3A8229FA29ED}" dt="2026-10-10T05:23:36.675" v="32"/>
          <ac:spMkLst>
            <pc:docMk/>
            <pc:sldMk cId="958036878" sldId="281"/>
            <ac:spMk id="9" creationId="{77B89BC8-7A8F-7413-887E-1A5DFD7985EA}"/>
          </ac:spMkLst>
        </pc:spChg>
        <pc:spChg chg="mod">
          <ac:chgData name="Akshitha Reddy Borugula" userId="2619a78fdaec7009" providerId="LiveId" clId="{67E53390-BAC5-4108-A5C7-3A8229FA29ED}" dt="2026-10-10T05:34:04.330" v="46"/>
          <ac:spMkLst>
            <pc:docMk/>
            <pc:sldMk cId="958036878" sldId="281"/>
            <ac:spMk id="11" creationId="{D6B0BC67-1574-2BE7-D66A-E34CE2E42DE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6657" y="216159"/>
            <a:ext cx="10515600" cy="1210733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PROJECT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3DBD0-1E93-AE64-D76F-39350004A5D3}"/>
              </a:ext>
            </a:extLst>
          </p:cNvPr>
          <p:cNvSpPr txBox="1"/>
          <p:nvPr/>
        </p:nvSpPr>
        <p:spPr>
          <a:xfrm>
            <a:off x="391886" y="1327884"/>
            <a:ext cx="1006686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PROJECT TITLE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 MEDICO</a:t>
            </a: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ONE – LINE IDEA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 </a:t>
            </a:r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“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 MERN Stack-based Medicine Reminder System that helps users manage medicine schedules, track dosages, and receive timely reminders to avoid missing doses.”</a:t>
            </a:r>
            <a:endParaRPr lang="en-IN" sz="16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TEAM MEMBERS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A.KAVERI – 25MVCSMR0096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B.AKSHITHA REDDY - 25MVCSMR0107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R.PRAVALLIKA - 25MVCSMR0168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V.MAYURI- 25MVCSMR0183</a:t>
            </a: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 problem domain of the above project is:</a:t>
            </a:r>
          </a:p>
          <a:p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   The Medicine Reminder System is Healthcare Technology (HealthTech).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Primary Domain: Healthcare / HealthTech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Technical Domain: Full-Stack Web Development (MERN Stack)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Subdomain: Medicine Schedule Management and Digital Health Monitoring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Application Domain: Web-Based Healthcare Management System</a:t>
            </a: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In one line:</a:t>
            </a:r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Problem Domain :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Technology (HealthTech) – Medicine Schedule Management System.</a:t>
            </a: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endParaRPr lang="en-IN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THE CHALLENGE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0348-43F9-5C22-AB30-AEE8D4F4C3FD}"/>
              </a:ext>
            </a:extLst>
          </p:cNvPr>
          <p:cNvSpPr txBox="1"/>
          <p:nvPr/>
        </p:nvSpPr>
        <p:spPr>
          <a:xfrm>
            <a:off x="541611" y="1397000"/>
            <a:ext cx="1040579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askerville Old Face" panose="02020602080505020303" pitchFamily="18" charset="0"/>
              </a:rPr>
              <a:t>Real-World Problem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Forgetting to take medicines at the correct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Difficulty managing multiple medicines and dosages.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Missing doses or taking incorrect amounts.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Difficulty tracking medicine schedules and treatment duration.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 Why It Matters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Helps users take medicines on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Reduces missed doses and dosage mistakes.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Improves medication schedule management.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Supports better treatment adherence and health management.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 Key Challenges Faced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Managing multiple medicines and dosage schedules.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Sending reminders at the correct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Protecting personal and medical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tracking medicine start dates, end dates, and missed doses.</a:t>
            </a:r>
          </a:p>
          <a:p>
            <a:pPr lvl="0"/>
            <a:endParaRPr lang="en-IN" sz="1600" dirty="0">
              <a:latin typeface="Baskerville Old Face" panose="02020602080505020303" pitchFamily="18" charset="0"/>
            </a:endParaRPr>
          </a:p>
          <a:p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2400" b="1" dirty="0">
                <a:latin typeface="Baskerville Old Face" panose="02020602080505020303" pitchFamily="18" charset="0"/>
              </a:rPr>
              <a:t>                  “A timely reminder today can make a healthier tomorrow.”</a:t>
            </a:r>
          </a:p>
          <a:p>
            <a:endParaRPr lang="en-IN" sz="2400" b="1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D3541-DA55-B701-1F66-539A8C55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54" y="1762897"/>
            <a:ext cx="2148531" cy="297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OUR INNOVATION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1A918-CA87-30BE-43F9-CD3F4B9EC678}"/>
              </a:ext>
            </a:extLst>
          </p:cNvPr>
          <p:cNvSpPr txBox="1"/>
          <p:nvPr/>
        </p:nvSpPr>
        <p:spPr>
          <a:xfrm>
            <a:off x="592667" y="1363133"/>
            <a:ext cx="10930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askerville Old Face" panose="02020602080505020303" pitchFamily="18" charset="0"/>
              </a:rPr>
              <a:t>What Makes Our Solution Different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Core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To develop a smart, user-friendly </a:t>
            </a:r>
            <a:r>
              <a:rPr lang="en-IN" sz="1600" b="1" dirty="0">
                <a:latin typeface="Baskerville Old Face" panose="02020602080505020303" pitchFamily="18" charset="0"/>
              </a:rPr>
              <a:t>MERN </a:t>
            </a:r>
            <a:r>
              <a:rPr lang="en-IN" sz="1600" dirty="0">
                <a:latin typeface="Baskerville Old Face" panose="02020602080505020303" pitchFamily="18" charset="0"/>
              </a:rPr>
              <a:t>Stack application that helps users schedule, track, and manage their medicines efficiently.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 Key Features</a:t>
            </a:r>
          </a:p>
          <a:p>
            <a:endParaRPr lang="en-IN" sz="1600" b="1" dirty="0">
              <a:latin typeface="Baskerville Old Face" panose="02020602080505020303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Medicine Management: </a:t>
            </a:r>
            <a:r>
              <a:rPr lang="en-IN" sz="1600" dirty="0">
                <a:latin typeface="Baskerville Old Face" panose="02020602080505020303" pitchFamily="18" charset="0"/>
              </a:rPr>
              <a:t>Add, view, update, and delete medicine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Dosage Scheduling: </a:t>
            </a:r>
            <a:r>
              <a:rPr lang="en-IN" sz="1600" dirty="0">
                <a:latin typeface="Baskerville Old Face" panose="02020602080505020303" pitchFamily="18" charset="0"/>
              </a:rPr>
              <a:t>Store medicine names, dosages, and timings.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Timely Reminders: </a:t>
            </a:r>
            <a:r>
              <a:rPr lang="en-IN" sz="1600" dirty="0">
                <a:latin typeface="Baskerville Old Face" panose="02020602080505020303" pitchFamily="18" charset="0"/>
              </a:rPr>
              <a:t>Notify users when it is time to take their medicines.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Schedule Tracking: </a:t>
            </a:r>
            <a:r>
              <a:rPr lang="en-IN" sz="1600" dirty="0">
                <a:latin typeface="Baskerville Old Face" panose="02020602080505020303" pitchFamily="18" charset="0"/>
              </a:rPr>
              <a:t>Manage medicine start and end 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Secure Login: </a:t>
            </a:r>
            <a:r>
              <a:rPr lang="en-IN" sz="1600" dirty="0">
                <a:latin typeface="Baskerville Old Face" panose="02020602080505020303" pitchFamily="18" charset="0"/>
              </a:rPr>
              <a:t>Protect user accounts and personal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1600" b="1" dirty="0">
                <a:latin typeface="Baskerville Old Face" panose="02020602080505020303" pitchFamily="18" charset="0"/>
              </a:rPr>
              <a:t>Unique Approach</a:t>
            </a:r>
          </a:p>
          <a:p>
            <a:endParaRPr lang="en-IN" sz="1600" b="1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Displays all daily medicine schedules on a </a:t>
            </a:r>
            <a:r>
              <a:rPr lang="en-IN" sz="1600" b="1" dirty="0">
                <a:latin typeface="Baskerville Old Face" panose="02020602080505020303" pitchFamily="18" charset="0"/>
              </a:rPr>
              <a:t>single dashboard</a:t>
            </a:r>
            <a:r>
              <a:rPr lang="en-IN" sz="1600" dirty="0">
                <a:latin typeface="Baskerville Old Face" panose="02020602080505020303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Automatically organizes medicines according to their scheduled times.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Supports tracking of taken and missed doses.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Uses </a:t>
            </a:r>
            <a:r>
              <a:rPr lang="en-IN" sz="1600" b="1" dirty="0">
                <a:latin typeface="Baskerville Old Face" panose="02020602080505020303" pitchFamily="18" charset="0"/>
              </a:rPr>
              <a:t>MongoDB </a:t>
            </a:r>
            <a:r>
              <a:rPr lang="en-IN" sz="1600" dirty="0">
                <a:latin typeface="Baskerville Old Face" panose="02020602080505020303" pitchFamily="18" charset="0"/>
              </a:rPr>
              <a:t>to store records and </a:t>
            </a:r>
            <a:r>
              <a:rPr lang="en-IN" sz="1600" b="1" dirty="0">
                <a:latin typeface="Baskerville Old Face" panose="02020602080505020303" pitchFamily="18" charset="0"/>
              </a:rPr>
              <a:t>React.js </a:t>
            </a:r>
            <a:r>
              <a:rPr lang="en-IN" sz="1600" dirty="0">
                <a:latin typeface="Baskerville Old Face" panose="02020602080505020303" pitchFamily="18" charset="0"/>
              </a:rPr>
              <a:t>to provide a smooth user experience.</a:t>
            </a:r>
          </a:p>
          <a:p>
            <a:endParaRPr lang="en-IN" sz="2000" b="1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E6ACC-3FE7-8AB5-169B-3E2D761B8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41"/>
          <a:stretch>
            <a:fillRect/>
          </a:stretch>
        </p:blipFill>
        <p:spPr>
          <a:xfrm>
            <a:off x="8493210" y="2365065"/>
            <a:ext cx="2843341" cy="396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HOW IT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89BC8-7A8F-7413-887E-1A5DFD7985EA}"/>
              </a:ext>
            </a:extLst>
          </p:cNvPr>
          <p:cNvSpPr txBox="1"/>
          <p:nvPr/>
        </p:nvSpPr>
        <p:spPr>
          <a:xfrm>
            <a:off x="2926080" y="1486894"/>
            <a:ext cx="2944635" cy="6149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  </a:t>
            </a:r>
            <a:r>
              <a:rPr lang="en-IN" sz="1600" b="1" dirty="0">
                <a:latin typeface="Baskerville Old Face" panose="02020602080505020303" pitchFamily="18" charset="0"/>
              </a:rPr>
              <a:t>INPUT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Baskerville Old Face" panose="02020602080505020303" pitchFamily="18" charset="0"/>
              </a:rPr>
              <a:t>Medicine name, dosage, time, start date and end date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       ↓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</a:t>
            </a:r>
            <a:r>
              <a:rPr lang="en-IN" sz="1600" b="1" dirty="0">
                <a:latin typeface="Baskerville Old Face" panose="02020602080505020303" pitchFamily="18" charset="0"/>
              </a:rPr>
              <a:t>Processing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Baskerville Old Face" panose="02020602080505020303" pitchFamily="18" charset="0"/>
              </a:rPr>
              <a:t>React collects details; Node.js and Express.js validate and process them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       ↓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 </a:t>
            </a:r>
            <a:r>
              <a:rPr lang="en-IN" sz="1600" b="1" dirty="0">
                <a:latin typeface="Baskerville Old Face" panose="02020602080505020303" pitchFamily="18" charset="0"/>
              </a:rPr>
              <a:t>Algorithm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Baskerville Old Face" panose="02020602080505020303" pitchFamily="18" charset="0"/>
              </a:rPr>
              <a:t>Save records in MongoDB, check schedules and identify reminder times.</a:t>
            </a:r>
          </a:p>
          <a:p>
            <a:pPr>
              <a:lnSpc>
                <a:spcPct val="150000"/>
              </a:lnSpc>
            </a:pPr>
            <a:endParaRPr lang="en-IN" sz="1200" dirty="0">
              <a:latin typeface="Baskerville Old Face" panose="020206020805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200" dirty="0">
                <a:latin typeface="Baskerville Old Face" panose="02020602080505020303" pitchFamily="18" charset="0"/>
              </a:rPr>
              <a:t>                        </a:t>
            </a:r>
            <a:r>
              <a:rPr lang="en-IN" sz="1600" dirty="0">
                <a:latin typeface="Baskerville Old Face" panose="02020602080505020303" pitchFamily="18" charset="0"/>
              </a:rPr>
              <a:t> ↓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    </a:t>
            </a:r>
            <a:r>
              <a:rPr lang="en-IN" sz="1600" b="1" dirty="0">
                <a:latin typeface="Baskerville Old Face" panose="02020602080505020303" pitchFamily="18" charset="0"/>
              </a:rPr>
              <a:t>Output</a:t>
            </a:r>
            <a:endParaRPr lang="en-IN" sz="1200" b="1" dirty="0">
              <a:latin typeface="Baskerville Old Face" panose="020206020805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200" dirty="0">
                <a:latin typeface="Baskerville Old Face" panose="02020602080505020303" pitchFamily="18" charset="0"/>
              </a:rPr>
              <a:t>Display medicine schedules and send reminders at scheduled times</a:t>
            </a:r>
          </a:p>
          <a:p>
            <a:pPr>
              <a:lnSpc>
                <a:spcPct val="150000"/>
              </a:lnSpc>
            </a:pPr>
            <a:endParaRPr lang="en-IN" sz="1200" dirty="0">
              <a:latin typeface="Baskerville Old Face" panose="02020602080505020303" pitchFamily="18" charset="0"/>
            </a:endParaRPr>
          </a:p>
          <a:p>
            <a:pPr>
              <a:lnSpc>
                <a:spcPct val="150000"/>
              </a:lnSpc>
            </a:pPr>
            <a:endParaRPr lang="en-IN" sz="1600" dirty="0">
              <a:latin typeface="Baskerville Old Face" panose="020206020805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 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14994-3AF7-29EE-CA39-5B83AB8079D6}"/>
              </a:ext>
            </a:extLst>
          </p:cNvPr>
          <p:cNvSpPr txBox="1"/>
          <p:nvPr/>
        </p:nvSpPr>
        <p:spPr>
          <a:xfrm>
            <a:off x="1582310" y="1280160"/>
            <a:ext cx="2194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FLOW CHART: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0BC67-1574-2BE7-D66A-E34CE2E42DEA}"/>
              </a:ext>
            </a:extLst>
          </p:cNvPr>
          <p:cNvSpPr txBox="1"/>
          <p:nvPr/>
        </p:nvSpPr>
        <p:spPr>
          <a:xfrm>
            <a:off x="6408751" y="1391479"/>
            <a:ext cx="526376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askerville Old Face" panose="02020602080505020303" pitchFamily="18" charset="0"/>
              </a:rPr>
              <a:t>USER JOURNEY:</a:t>
            </a:r>
          </a:p>
          <a:p>
            <a:endParaRPr lang="en-IN" b="1" dirty="0">
              <a:latin typeface="Baskerville Old Face" panose="02020602080505020303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Baskerville Old Face" panose="02020602080505020303" pitchFamily="18" charset="0"/>
              </a:rPr>
              <a:t>Register/Login –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→ The user securely accesses the application.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2. Add Medicine –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→Enters medicine name, dosage, time, and duration.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3. Save Details –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→ The system stores the information in MongoDB.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4. View Schedule -</a:t>
            </a:r>
            <a:br>
              <a:rPr lang="en-IN" sz="1600" dirty="0">
                <a:latin typeface="Baskerville Old Face" panose="02020602080505020303" pitchFamily="18" charset="0"/>
              </a:rPr>
            </a:br>
            <a:r>
              <a:rPr lang="en-IN" sz="1600" dirty="0">
                <a:latin typeface="Baskerville Old Face" panose="02020602080505020303" pitchFamily="18" charset="0"/>
              </a:rPr>
              <a:t>→ The user checks upcoming medicines on the dashboard.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5. Receive Reminder -</a:t>
            </a:r>
            <a:br>
              <a:rPr lang="en-IN" sz="1600" dirty="0">
                <a:latin typeface="Baskerville Old Face" panose="02020602080505020303" pitchFamily="18" charset="0"/>
              </a:rPr>
            </a:br>
            <a:r>
              <a:rPr lang="en-IN" sz="1600" dirty="0">
                <a:latin typeface="Baskerville Old Face" panose="02020602080505020303" pitchFamily="18" charset="0"/>
              </a:rPr>
              <a:t>→ he system notifies the user when a dose is due.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6. Manage Medicines-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→  he user updates schedules or removes completed    prescriptions.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2E4D11-3A6C-DE8A-18FF-97A20AC3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926807" cy="640080"/>
          </a:xfrm>
        </p:spPr>
        <p:txBody>
          <a:bodyPr>
            <a:no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TECHNOLOGY AND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F2C66-97B6-F467-E88C-88DF63B53A3D}"/>
              </a:ext>
            </a:extLst>
          </p:cNvPr>
          <p:cNvSpPr txBox="1"/>
          <p:nvPr/>
        </p:nvSpPr>
        <p:spPr>
          <a:xfrm>
            <a:off x="659958" y="1614116"/>
            <a:ext cx="5160397" cy="424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EBD9F4-AE45-D70F-FA92-5DE5B69022A0}"/>
              </a:ext>
            </a:extLst>
          </p:cNvPr>
          <p:cNvSpPr txBox="1"/>
          <p:nvPr/>
        </p:nvSpPr>
        <p:spPr>
          <a:xfrm>
            <a:off x="771276" y="1429448"/>
            <a:ext cx="3800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TECH STACK</a:t>
            </a:r>
            <a:r>
              <a:rPr lang="en-IN" dirty="0"/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EDC3C6-225F-ED34-2B1C-DFA981BB76FD}"/>
              </a:ext>
            </a:extLst>
          </p:cNvPr>
          <p:cNvSpPr txBox="1"/>
          <p:nvPr/>
        </p:nvSpPr>
        <p:spPr>
          <a:xfrm>
            <a:off x="5820355" y="1614116"/>
            <a:ext cx="623382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askerville Old Face" panose="02020602080505020303" pitchFamily="18" charset="0"/>
              </a:rPr>
              <a:t>Main Algorithms</a:t>
            </a:r>
          </a:p>
          <a:p>
            <a:endParaRPr lang="en-IN" sz="2000" b="1" dirty="0">
              <a:latin typeface="Baskerville Old Face" panose="02020602080505020303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1.   CRUD Operations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Add, view, update, and delete medicine records.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2.   Schedule Checking Algorithm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Checks medicine timings against the current time.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3.   Date Validation Algorithm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 Ensures medicine schedules fall within the specified start and end dates.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4.   Authentication Algorithm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Verifies user credentials and protects private records.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latin typeface="Baskerville Old Face" panose="02020602080505020303" pitchFamily="18" charset="0"/>
              </a:rPr>
              <a:t>5.    Reminder Scheduling Algorithm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Baskerville Old Face" panose="02020602080505020303" pitchFamily="18" charset="0"/>
              </a:rPr>
              <a:t>Triggers notifications when a medicine dose is due.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B0D5A1-1FB6-5F24-2F29-0B5C6C8A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543136"/>
              </p:ext>
            </p:extLst>
          </p:nvPr>
        </p:nvGraphicFramePr>
        <p:xfrm>
          <a:off x="1457298" y="2071653"/>
          <a:ext cx="3312848" cy="4533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424">
                  <a:extLst>
                    <a:ext uri="{9D8B030D-6E8A-4147-A177-3AD203B41FA5}">
                      <a16:colId xmlns:a16="http://schemas.microsoft.com/office/drawing/2014/main" val="2451479388"/>
                    </a:ext>
                  </a:extLst>
                </a:gridCol>
                <a:gridCol w="1656424">
                  <a:extLst>
                    <a:ext uri="{9D8B030D-6E8A-4147-A177-3AD203B41FA5}">
                      <a16:colId xmlns:a16="http://schemas.microsoft.com/office/drawing/2014/main" val="2428864173"/>
                    </a:ext>
                  </a:extLst>
                </a:gridCol>
              </a:tblGrid>
              <a:tr h="274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Technology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Purpose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340137676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React.js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Builds an interactive user interface.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2906119632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Node.js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Runs the backend server.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1435806140"/>
                  </a:ext>
                </a:extLst>
              </a:tr>
              <a:tr h="685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Express.js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Creates REST APIs for medicine management.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826286568"/>
                  </a:ext>
                </a:extLst>
              </a:tr>
              <a:tr h="685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MongoDB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Stores medicine schedules and user details.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3800042327"/>
                  </a:ext>
                </a:extLst>
              </a:tr>
              <a:tr h="685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JWT &amp; bcrypt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Supports authentication and password security.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3917681808"/>
                  </a:ext>
                </a:extLst>
              </a:tr>
              <a:tr h="685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Node-cron / Notification API</a:t>
                      </a:r>
                    </a:p>
                  </a:txBody>
                  <a:tcPr marL="68591" marR="68591" marT="34295" marB="342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Helps schedule and deliver medicine reminders.</a:t>
                      </a:r>
                    </a:p>
                  </a:txBody>
                  <a:tcPr marL="68591" marR="68591" marT="34295" marB="34295" anchor="ctr"/>
                </a:tc>
                <a:extLst>
                  <a:ext uri="{0D108BD9-81ED-4DB2-BD59-A6C34878D82A}">
                    <a16:rowId xmlns:a16="http://schemas.microsoft.com/office/drawing/2014/main" val="2313491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4784B1-D9EB-FE90-9687-CFE965E6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</a:rPr>
              <a:t>DEMO &amp; IMPACT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FB968-3D89-EFE1-773D-023DC085BE9B}"/>
              </a:ext>
            </a:extLst>
          </p:cNvPr>
          <p:cNvSpPr txBox="1"/>
          <p:nvPr/>
        </p:nvSpPr>
        <p:spPr>
          <a:xfrm>
            <a:off x="615820" y="1315709"/>
            <a:ext cx="1688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LOGIN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8FA64-5631-ADDA-A54D-3F1E849A37D7}"/>
              </a:ext>
            </a:extLst>
          </p:cNvPr>
          <p:cNvSpPr txBox="1"/>
          <p:nvPr/>
        </p:nvSpPr>
        <p:spPr>
          <a:xfrm>
            <a:off x="4023248" y="1299441"/>
            <a:ext cx="4145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MY MEDICINES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38F89-1DA4-DEB7-D254-B07732EC4471}"/>
              </a:ext>
            </a:extLst>
          </p:cNvPr>
          <p:cNvSpPr txBox="1"/>
          <p:nvPr/>
        </p:nvSpPr>
        <p:spPr>
          <a:xfrm>
            <a:off x="7987004" y="1274748"/>
            <a:ext cx="351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ADD NEW MEDICINE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4DB09-25D2-EB60-25FF-3E3B02EE610B}"/>
              </a:ext>
            </a:extLst>
          </p:cNvPr>
          <p:cNvSpPr txBox="1"/>
          <p:nvPr/>
        </p:nvSpPr>
        <p:spPr>
          <a:xfrm>
            <a:off x="2304661" y="6096564"/>
            <a:ext cx="404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REMAINDERS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B644BA-7170-6231-017B-F3BFF16920E7}"/>
              </a:ext>
            </a:extLst>
          </p:cNvPr>
          <p:cNvSpPr txBox="1"/>
          <p:nvPr/>
        </p:nvSpPr>
        <p:spPr>
          <a:xfrm>
            <a:off x="7724429" y="6119854"/>
            <a:ext cx="4043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DOSE HISTORY</a:t>
            </a:r>
          </a:p>
          <a:p>
            <a:endParaRPr lang="en-IN" sz="1600" b="1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AB9A6-C8D0-D3BB-33E5-410CF482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29" t="17267" r="31442" b="24998"/>
          <a:stretch>
            <a:fillRect/>
          </a:stretch>
        </p:blipFill>
        <p:spPr>
          <a:xfrm>
            <a:off x="521207" y="1688841"/>
            <a:ext cx="2283899" cy="2246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B821EF-E937-9AAE-DCC6-92612B69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073" r="1731" b="7176"/>
          <a:stretch>
            <a:fillRect/>
          </a:stretch>
        </p:blipFill>
        <p:spPr>
          <a:xfrm>
            <a:off x="7622191" y="1788913"/>
            <a:ext cx="4043266" cy="1753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A6DB33-CDEE-FF34-0F77-F004450D9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83" b="5886"/>
          <a:stretch>
            <a:fillRect/>
          </a:stretch>
        </p:blipFill>
        <p:spPr>
          <a:xfrm>
            <a:off x="3067118" y="1854508"/>
            <a:ext cx="3860447" cy="1711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88739-33A3-AB46-D054-18A4CF70DC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768" r="1072" b="6220"/>
          <a:stretch>
            <a:fillRect/>
          </a:stretch>
        </p:blipFill>
        <p:spPr>
          <a:xfrm>
            <a:off x="1141445" y="4021586"/>
            <a:ext cx="4711959" cy="20633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7733E4-7946-C834-3601-439E8718F6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195" r="1668" b="5577"/>
          <a:stretch>
            <a:fillRect/>
          </a:stretch>
        </p:blipFill>
        <p:spPr>
          <a:xfrm>
            <a:off x="6288960" y="4137541"/>
            <a:ext cx="4145504" cy="183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3F0179-0D81-4319-A997-6C2D5A43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</a:rPr>
              <a:t>FUTURE VISION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9B062-004C-4724-E36B-4ABF288512C9}"/>
              </a:ext>
            </a:extLst>
          </p:cNvPr>
          <p:cNvSpPr txBox="1"/>
          <p:nvPr/>
        </p:nvSpPr>
        <p:spPr>
          <a:xfrm>
            <a:off x="521207" y="1343609"/>
            <a:ext cx="65156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askerville Old Face" panose="02020602080505020303" pitchFamily="18" charset="0"/>
              </a:rPr>
              <a:t>Current Achievement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Developed a plan for a MERN-based medicine reminder system.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Supports medicine schedule management using CRUD operations.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Stores medicine names, dosages, timings, and start/end 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Provides a foundation for user authentication and reminders.</a:t>
            </a:r>
          </a:p>
          <a:p>
            <a:endParaRPr lang="en-IN" sz="2000" b="1" dirty="0">
              <a:latin typeface="Baskerville Old Face" panose="02020602080505020303" pitchFamily="18" charset="0"/>
            </a:endParaRPr>
          </a:p>
          <a:p>
            <a:r>
              <a:rPr lang="en-IN" sz="2000" b="1" dirty="0">
                <a:latin typeface="Baskerville Old Face" panose="02020602080505020303" pitchFamily="18" charset="0"/>
              </a:rPr>
              <a:t>Future Improvements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Add SMS, email, and push notifications.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Introduce voice reminders for elderly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Add caregiver alerts for missed doses.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Develop a mobile application with medicine  reports.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2000" b="1" dirty="0">
                <a:latin typeface="Baskerville Old Face" panose="02020602080505020303" pitchFamily="18" charset="0"/>
              </a:rPr>
              <a:t>Final Takeaway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Use cloud hosting to support more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Optimize MongoDB queries for faster data retrieval.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Implement secure APIs and role-based access.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skerville Old Face" panose="02020602080505020303" pitchFamily="18" charset="0"/>
              </a:rPr>
              <a:t>Integrate wearable devices and healthcare platforms in the future.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CA7D55-96B0-681F-475F-F2EAE4EA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593" y="1446975"/>
            <a:ext cx="3541334" cy="2616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8F1378-A6D0-CFC9-ADC1-2A0054BD0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946" y="4327771"/>
            <a:ext cx="2900628" cy="203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{7BFFF9BD-67E6-4F9E-9D75-343BCFA230F8}TF2989475c-5427-4edb-9ec1-00f4ce72165b77c8433f_win32-c33c42577f73</Template>
  <TotalTime>209</TotalTime>
  <Words>810</Words>
  <Application>Microsoft Office PowerPoint</Application>
  <PresentationFormat>Widescreen</PresentationFormat>
  <Paragraphs>139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Baskerville Old Face</vt:lpstr>
      <vt:lpstr>Calibri</vt:lpstr>
      <vt:lpstr>Segoe UI</vt:lpstr>
      <vt:lpstr>Segoe UI Light</vt:lpstr>
      <vt:lpstr>Custom</vt:lpstr>
      <vt:lpstr>PROJECT INTRODUCTION</vt:lpstr>
      <vt:lpstr>THE CHALLENGE</vt:lpstr>
      <vt:lpstr>OUR INNOVATION</vt:lpstr>
      <vt:lpstr>HOW IT WORKS</vt:lpstr>
      <vt:lpstr>TECHNOLOGY AND ALGORITHM</vt:lpstr>
      <vt:lpstr>DEMO &amp; IMPACT</vt:lpstr>
      <vt:lpstr>FUTURE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Akshitha Reddy Borugula</dc:creator>
  <cp:keywords/>
  <cp:lastModifiedBy>Akshitha Reddy Borugula</cp:lastModifiedBy>
  <cp:revision>2</cp:revision>
  <dcterms:created xsi:type="dcterms:W3CDTF">2026-10-03T05:03:19Z</dcterms:created>
  <dcterms:modified xsi:type="dcterms:W3CDTF">2026-10-10T06:18:34Z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